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311" r:id="rId2"/>
  </p:sldIdLst>
  <p:sldSz cx="7616825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/>
    <p:restoredTop sz="93219"/>
  </p:normalViewPr>
  <p:slideViewPr>
    <p:cSldViewPr snapToGrid="0">
      <p:cViewPr>
        <p:scale>
          <a:sx n="104" d="100"/>
          <a:sy n="104" d="100"/>
        </p:scale>
        <p:origin x="2776" y="1096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AEF93-635E-F44C-809D-B8964508E87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92200" y="1143000"/>
            <a:ext cx="467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F2E5-CD21-D147-BFB3-ACA86EB3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7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262" y="823066"/>
            <a:ext cx="6474301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103" y="2641495"/>
            <a:ext cx="5712619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1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90" y="1253809"/>
            <a:ext cx="6569512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690" y="3365607"/>
            <a:ext cx="6569512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3657" y="1338792"/>
            <a:ext cx="3237151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6017" y="1338792"/>
            <a:ext cx="3237151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9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649" y="267759"/>
            <a:ext cx="6569512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650" y="1232853"/>
            <a:ext cx="3222273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50" y="1837055"/>
            <a:ext cx="3222273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56018" y="1232853"/>
            <a:ext cx="3238143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56018" y="1837055"/>
            <a:ext cx="3238143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0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8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649" y="335280"/>
            <a:ext cx="2456624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143" y="724113"/>
            <a:ext cx="3856018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649" y="1508760"/>
            <a:ext cx="2456624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649" y="335280"/>
            <a:ext cx="2456624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38143" y="724113"/>
            <a:ext cx="3856018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649" y="1508760"/>
            <a:ext cx="2456624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3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5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50791" y="267758"/>
            <a:ext cx="1642378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657" y="267758"/>
            <a:ext cx="4831923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5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657" y="267759"/>
            <a:ext cx="6569512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657" y="1338792"/>
            <a:ext cx="6569512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3657" y="4661325"/>
            <a:ext cx="1713786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3074" y="4661325"/>
            <a:ext cx="2570678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79382" y="4661325"/>
            <a:ext cx="1713786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3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8B4B9E7-936F-C215-E789-900D5020F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684234" y="396079"/>
            <a:ext cx="2008722" cy="1373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5BD3C5-E885-0A3C-1AF7-11DC876C4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2"/>
          <a:stretch>
            <a:fillRect/>
          </a:stretch>
        </p:blipFill>
        <p:spPr>
          <a:xfrm>
            <a:off x="684234" y="1755389"/>
            <a:ext cx="2008722" cy="1373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2FB22B-AC5A-64ED-CCBC-749E4B035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684235" y="3129030"/>
            <a:ext cx="2011533" cy="13736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D0D61F-61F5-EE8A-42C3-F89F232A09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2817732" y="396082"/>
            <a:ext cx="2017655" cy="13736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0E6BCF-0D14-BFD4-1B84-CD9FEB077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2817732" y="1755391"/>
            <a:ext cx="2019863" cy="13736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0C5471-D3A2-85DE-1AAD-BF4EEE878C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2817732" y="3129032"/>
            <a:ext cx="2012951" cy="13736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A4252F-624D-5150-7EB5-D259FBC6EF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9"/>
          <a:stretch>
            <a:fillRect/>
          </a:stretch>
        </p:blipFill>
        <p:spPr>
          <a:xfrm>
            <a:off x="4967990" y="396079"/>
            <a:ext cx="2004447" cy="13593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7D111F-5890-F8D8-D1C9-AD9CEAA7F3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1" r="-691"/>
          <a:stretch>
            <a:fillRect/>
          </a:stretch>
        </p:blipFill>
        <p:spPr>
          <a:xfrm>
            <a:off x="4967986" y="1755390"/>
            <a:ext cx="2017026" cy="13822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CB86D8-D1D7-7928-47C7-A407CEE40E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/>
          <a:stretch>
            <a:fillRect/>
          </a:stretch>
        </p:blipFill>
        <p:spPr>
          <a:xfrm>
            <a:off x="4967987" y="3129032"/>
            <a:ext cx="2017026" cy="137364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0E1CDC-E9C9-83BD-FA52-8453CBC8CE89}"/>
              </a:ext>
            </a:extLst>
          </p:cNvPr>
          <p:cNvSpPr txBox="1"/>
          <p:nvPr/>
        </p:nvSpPr>
        <p:spPr>
          <a:xfrm>
            <a:off x="469396" y="4488341"/>
            <a:ext cx="25385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Lighting Direction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8755B4-95B3-F39D-41F8-66B272418FB3}"/>
              </a:ext>
            </a:extLst>
          </p:cNvPr>
          <p:cNvSpPr txBox="1"/>
          <p:nvPr/>
        </p:nvSpPr>
        <p:spPr>
          <a:xfrm>
            <a:off x="2604869" y="4488341"/>
            <a:ext cx="25385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Lighting Color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54AEB-3DEB-534B-7DFB-C86CD73A6256}"/>
              </a:ext>
            </a:extLst>
          </p:cNvPr>
          <p:cNvSpPr txBox="1"/>
          <p:nvPr/>
        </p:nvSpPr>
        <p:spPr>
          <a:xfrm>
            <a:off x="4740342" y="4502673"/>
            <a:ext cx="25385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Lighting Intensity  </a:t>
            </a:r>
          </a:p>
        </p:txBody>
      </p:sp>
    </p:spTree>
    <p:extLst>
      <p:ext uri="{BB962C8B-B14F-4D97-AF65-F5344CB8AC3E}">
        <p14:creationId xmlns:p14="http://schemas.microsoft.com/office/powerpoint/2010/main" val="233740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503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Junying Wang</cp:lastModifiedBy>
  <cp:revision>11</cp:revision>
  <dcterms:created xsi:type="dcterms:W3CDTF">2026-04-28T05:53:38Z</dcterms:created>
  <dcterms:modified xsi:type="dcterms:W3CDTF">2026-06-20T07:57:20Z</dcterms:modified>
</cp:coreProperties>
</file>