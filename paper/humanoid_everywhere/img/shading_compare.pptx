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12192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/>
    <p:restoredTop sz="93219"/>
  </p:normalViewPr>
  <p:slideViewPr>
    <p:cSldViewPr snapToGrid="0">
      <p:cViewPr>
        <p:scale>
          <a:sx n="102" d="100"/>
          <a:sy n="102" d="100"/>
        </p:scale>
        <p:origin x="135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AEF93-635E-F44C-809D-B8964508E87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113" y="1143000"/>
            <a:ext cx="6327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F2E5-CD21-D147-BFB3-ACA86EB3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7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5113" y="1143000"/>
            <a:ext cx="6327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EF2E5-CD21-D147-BFB3-ACA86EB399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8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715"/>
            <a:ext cx="91440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1766"/>
            <a:ext cx="9144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1773"/>
            <a:ext cx="105156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7535"/>
            <a:ext cx="105156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7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2208"/>
            <a:ext cx="51816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5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442"/>
            <a:ext cx="105156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7008"/>
            <a:ext cx="515778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71065"/>
            <a:ext cx="515778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7008"/>
            <a:ext cx="518318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1065"/>
            <a:ext cx="5183188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9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5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769"/>
            <a:ext cx="617220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2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240"/>
            <a:ext cx="3932237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769"/>
            <a:ext cx="617220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3080"/>
            <a:ext cx="3932237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6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442"/>
            <a:ext cx="262890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442"/>
            <a:ext cx="773430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1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442"/>
            <a:ext cx="105156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2208"/>
            <a:ext cx="105156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8837"/>
            <a:ext cx="41148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8837"/>
            <a:ext cx="27432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2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openxmlformats.org/officeDocument/2006/relationships/image" Target="../media/image3.png"/><Relationship Id="rId2" Type="http://schemas.openxmlformats.org/officeDocument/2006/relationships/video" Target="../media/media1.mp4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5" Type="http://schemas.microsoft.com/office/2007/relationships/media" Target="../media/media3.mp4"/><Relationship Id="rId15" Type="http://schemas.openxmlformats.org/officeDocument/2006/relationships/image" Target="../media/image1.png"/><Relationship Id="rId10" Type="http://schemas.openxmlformats.org/officeDocument/2006/relationships/video" Target="../media/media5.mp4"/><Relationship Id="rId19" Type="http://schemas.openxmlformats.org/officeDocument/2006/relationships/image" Target="../media/image5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6D2A4F-588E-4ED7-8A7D-16148E725AFD}"/>
              </a:ext>
            </a:extLst>
          </p:cNvPr>
          <p:cNvSpPr txBox="1"/>
          <p:nvPr/>
        </p:nvSpPr>
        <p:spPr>
          <a:xfrm>
            <a:off x="5210463" y="5574268"/>
            <a:ext cx="2872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3DGS + Shading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2937A-E1B3-46C4-88CC-07DD47F272F9}"/>
              </a:ext>
            </a:extLst>
          </p:cNvPr>
          <p:cNvSpPr txBox="1"/>
          <p:nvPr/>
        </p:nvSpPr>
        <p:spPr>
          <a:xfrm>
            <a:off x="1813961" y="5574268"/>
            <a:ext cx="144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3DGS 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155FB72B-4840-5582-2C46-3E4C7C7C7F0E}"/>
              </a:ext>
            </a:extLst>
          </p:cNvPr>
          <p:cNvSpPr txBox="1"/>
          <p:nvPr/>
        </p:nvSpPr>
        <p:spPr>
          <a:xfrm>
            <a:off x="8612573" y="5574268"/>
            <a:ext cx="322899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3DGS + Shadow + Shading </a:t>
            </a:r>
          </a:p>
        </p:txBody>
      </p:sp>
      <p:pic>
        <p:nvPicPr>
          <p:cNvPr id="11" name="head_stereo_left">
            <a:hlinkClick r:id="" action="ppaction://media"/>
            <a:extLst>
              <a:ext uri="{FF2B5EF4-FFF2-40B4-BE49-F238E27FC236}">
                <a16:creationId xmlns:a16="http://schemas.microsoft.com/office/drawing/2014/main" id="{C1EACE47-A7F3-EE6C-39DE-47BBCC9775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70562" y="51472"/>
            <a:ext cx="3657439" cy="2764404"/>
          </a:xfrm>
          <a:prstGeom prst="rect">
            <a:avLst/>
          </a:prstGeom>
        </p:spPr>
      </p:pic>
      <p:pic>
        <p:nvPicPr>
          <p:cNvPr id="13" name="side_left">
            <a:hlinkClick r:id="" action="ppaction://media"/>
            <a:extLst>
              <a:ext uri="{FF2B5EF4-FFF2-40B4-BE49-F238E27FC236}">
                <a16:creationId xmlns:a16="http://schemas.microsoft.com/office/drawing/2014/main" id="{7211DEC2-AC20-DE92-5318-CCACC1CA8FF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74630" y="2815876"/>
            <a:ext cx="3653370" cy="2750458"/>
          </a:xfrm>
          <a:prstGeom prst="rect">
            <a:avLst/>
          </a:prstGeom>
        </p:spPr>
      </p:pic>
      <p:pic>
        <p:nvPicPr>
          <p:cNvPr id="20" name="head_stereo_left">
            <a:hlinkClick r:id="" action="ppaction://media"/>
            <a:extLst>
              <a:ext uri="{FF2B5EF4-FFF2-40B4-BE49-F238E27FC236}">
                <a16:creationId xmlns:a16="http://schemas.microsoft.com/office/drawing/2014/main" id="{7410FDB7-D2FB-5914-7F1C-D96AF8D93AA0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4248782" y="51472"/>
            <a:ext cx="3668486" cy="2742633"/>
          </a:xfrm>
          <a:prstGeom prst="rect">
            <a:avLst/>
          </a:prstGeom>
        </p:spPr>
      </p:pic>
      <p:pic>
        <p:nvPicPr>
          <p:cNvPr id="21" name="side_left">
            <a:hlinkClick r:id="" action="ppaction://media"/>
            <a:extLst>
              <a:ext uri="{FF2B5EF4-FFF2-40B4-BE49-F238E27FC236}">
                <a16:creationId xmlns:a16="http://schemas.microsoft.com/office/drawing/2014/main" id="{427D263E-A350-69CB-90FD-D986B0B47820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248784" y="2794106"/>
            <a:ext cx="3673929" cy="2764971"/>
          </a:xfrm>
          <a:prstGeom prst="rect">
            <a:avLst/>
          </a:prstGeom>
        </p:spPr>
      </p:pic>
      <p:pic>
        <p:nvPicPr>
          <p:cNvPr id="2" name="side_left">
            <a:hlinkClick r:id="" action="ppaction://media"/>
            <a:extLst>
              <a:ext uri="{FF2B5EF4-FFF2-40B4-BE49-F238E27FC236}">
                <a16:creationId xmlns:a16="http://schemas.microsoft.com/office/drawing/2014/main" id="{9FFEFD43-0BAE-61C2-8BDF-E235CBBB56B9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406126" y="2809863"/>
            <a:ext cx="3675888" cy="2743200"/>
          </a:xfrm>
          <a:prstGeom prst="rect">
            <a:avLst/>
          </a:prstGeom>
        </p:spPr>
      </p:pic>
      <p:pic>
        <p:nvPicPr>
          <p:cNvPr id="3" name="head_stereo_left">
            <a:hlinkClick r:id="" action="ppaction://media"/>
            <a:extLst>
              <a:ext uri="{FF2B5EF4-FFF2-40B4-BE49-F238E27FC236}">
                <a16:creationId xmlns:a16="http://schemas.microsoft.com/office/drawing/2014/main" id="{F1362273-0AEF-3499-4F40-FB2F7BFFB902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406127" y="51471"/>
            <a:ext cx="3675887" cy="27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8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567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5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67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15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</TotalTime>
  <Words>10</Words>
  <Application>Microsoft Macintosh PowerPoint</Application>
  <PresentationFormat>Custom</PresentationFormat>
  <Paragraphs>4</Paragraphs>
  <Slides>1</Slides>
  <Notes>1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Junying Wang</cp:lastModifiedBy>
  <cp:revision>9</cp:revision>
  <dcterms:created xsi:type="dcterms:W3CDTF">2026-04-28T05:53:38Z</dcterms:created>
  <dcterms:modified xsi:type="dcterms:W3CDTF">2026-06-20T08:59:53Z</dcterms:modified>
</cp:coreProperties>
</file>