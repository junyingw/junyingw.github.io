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91" r:id="rId2"/>
  </p:sldIdLst>
  <p:sldSz cx="18589625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/>
    <p:restoredTop sz="93219"/>
  </p:normalViewPr>
  <p:slideViewPr>
    <p:cSldViewPr snapToGrid="0">
      <p:cViewPr>
        <p:scale>
          <a:sx n="49" d="100"/>
          <a:sy n="49" d="100"/>
        </p:scale>
        <p:origin x="1192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AEF93-635E-F44C-809D-B8964508E877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000" y="1143000"/>
            <a:ext cx="6604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EF2E5-CD21-D147-BFB3-ACA86EB3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73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" y="1143000"/>
            <a:ext cx="6604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EF2E5-CD21-D147-BFB3-ACA86EB399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35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3703" y="1421660"/>
            <a:ext cx="13942219" cy="3024293"/>
          </a:xfrm>
        </p:spPr>
        <p:txBody>
          <a:bodyPr anchor="b"/>
          <a:lstStyle>
            <a:lvl1pPr algn="ctr">
              <a:defRPr sz="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3703" y="4562581"/>
            <a:ext cx="13942219" cy="2097299"/>
          </a:xfrm>
        </p:spPr>
        <p:txBody>
          <a:bodyPr/>
          <a:lstStyle>
            <a:lvl1pPr marL="0" indent="0" algn="ctr">
              <a:buNone/>
              <a:defRPr sz="3040"/>
            </a:lvl1pPr>
            <a:lvl2pPr marL="579135" indent="0" algn="ctr">
              <a:buNone/>
              <a:defRPr sz="2533"/>
            </a:lvl2pPr>
            <a:lvl3pPr marL="1158270" indent="0" algn="ctr">
              <a:buNone/>
              <a:defRPr sz="2280"/>
            </a:lvl3pPr>
            <a:lvl4pPr marL="1737406" indent="0" algn="ctr">
              <a:buNone/>
              <a:defRPr sz="2027"/>
            </a:lvl4pPr>
            <a:lvl5pPr marL="2316541" indent="0" algn="ctr">
              <a:buNone/>
              <a:defRPr sz="2027"/>
            </a:lvl5pPr>
            <a:lvl6pPr marL="2895676" indent="0" algn="ctr">
              <a:buNone/>
              <a:defRPr sz="2027"/>
            </a:lvl6pPr>
            <a:lvl7pPr marL="3474811" indent="0" algn="ctr">
              <a:buNone/>
              <a:defRPr sz="2027"/>
            </a:lvl7pPr>
            <a:lvl8pPr marL="4053947" indent="0" algn="ctr">
              <a:buNone/>
              <a:defRPr sz="2027"/>
            </a:lvl8pPr>
            <a:lvl9pPr marL="4633082" indent="0" algn="ctr">
              <a:buNone/>
              <a:defRPr sz="20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7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354" y="2165669"/>
            <a:ext cx="16033552" cy="3613467"/>
          </a:xfrm>
        </p:spPr>
        <p:txBody>
          <a:bodyPr anchor="b"/>
          <a:lstStyle>
            <a:lvl1pPr>
              <a:defRPr sz="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8354" y="5813320"/>
            <a:ext cx="16033552" cy="1900237"/>
          </a:xfrm>
        </p:spPr>
        <p:txBody>
          <a:bodyPr/>
          <a:lstStyle>
            <a:lvl1pPr marL="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1pPr>
            <a:lvl2pPr marL="579135" indent="0">
              <a:buNone/>
              <a:defRPr sz="2533">
                <a:solidFill>
                  <a:schemeClr val="tx1">
                    <a:tint val="82000"/>
                  </a:schemeClr>
                </a:solidFill>
              </a:defRPr>
            </a:lvl2pPr>
            <a:lvl3pPr marL="1158270" indent="0">
              <a:buNone/>
              <a:defRPr sz="2280">
                <a:solidFill>
                  <a:schemeClr val="tx1">
                    <a:tint val="82000"/>
                  </a:schemeClr>
                </a:solidFill>
              </a:defRPr>
            </a:lvl3pPr>
            <a:lvl4pPr marL="1737406" indent="0">
              <a:buNone/>
              <a:defRPr sz="2027">
                <a:solidFill>
                  <a:schemeClr val="tx1">
                    <a:tint val="82000"/>
                  </a:schemeClr>
                </a:solidFill>
              </a:defRPr>
            </a:lvl4pPr>
            <a:lvl5pPr marL="2316541" indent="0">
              <a:buNone/>
              <a:defRPr sz="2027">
                <a:solidFill>
                  <a:schemeClr val="tx1">
                    <a:tint val="82000"/>
                  </a:schemeClr>
                </a:solidFill>
              </a:defRPr>
            </a:lvl5pPr>
            <a:lvl6pPr marL="2895676" indent="0">
              <a:buNone/>
              <a:defRPr sz="2027">
                <a:solidFill>
                  <a:schemeClr val="tx1">
                    <a:tint val="82000"/>
                  </a:schemeClr>
                </a:solidFill>
              </a:defRPr>
            </a:lvl6pPr>
            <a:lvl7pPr marL="3474811" indent="0">
              <a:buNone/>
              <a:defRPr sz="2027">
                <a:solidFill>
                  <a:schemeClr val="tx1">
                    <a:tint val="82000"/>
                  </a:schemeClr>
                </a:solidFill>
              </a:defRPr>
            </a:lvl7pPr>
            <a:lvl8pPr marL="4053947" indent="0">
              <a:buNone/>
              <a:defRPr sz="2027">
                <a:solidFill>
                  <a:schemeClr val="tx1">
                    <a:tint val="82000"/>
                  </a:schemeClr>
                </a:solidFill>
              </a:defRPr>
            </a:lvl8pPr>
            <a:lvl9pPr marL="4633082" indent="0">
              <a:buNone/>
              <a:defRPr sz="20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1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8037" y="2312458"/>
            <a:ext cx="7900591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0997" y="2312458"/>
            <a:ext cx="7900591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9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458" y="462493"/>
            <a:ext cx="16033552" cy="1679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459" y="2129473"/>
            <a:ext cx="7864282" cy="1043622"/>
          </a:xfrm>
        </p:spPr>
        <p:txBody>
          <a:bodyPr anchor="b"/>
          <a:lstStyle>
            <a:lvl1pPr marL="0" indent="0">
              <a:buNone/>
              <a:defRPr sz="3040" b="1"/>
            </a:lvl1pPr>
            <a:lvl2pPr marL="579135" indent="0">
              <a:buNone/>
              <a:defRPr sz="2533" b="1"/>
            </a:lvl2pPr>
            <a:lvl3pPr marL="1158270" indent="0">
              <a:buNone/>
              <a:defRPr sz="2280" b="1"/>
            </a:lvl3pPr>
            <a:lvl4pPr marL="1737406" indent="0">
              <a:buNone/>
              <a:defRPr sz="2027" b="1"/>
            </a:lvl4pPr>
            <a:lvl5pPr marL="2316541" indent="0">
              <a:buNone/>
              <a:defRPr sz="2027" b="1"/>
            </a:lvl5pPr>
            <a:lvl6pPr marL="2895676" indent="0">
              <a:buNone/>
              <a:defRPr sz="2027" b="1"/>
            </a:lvl6pPr>
            <a:lvl7pPr marL="3474811" indent="0">
              <a:buNone/>
              <a:defRPr sz="2027" b="1"/>
            </a:lvl7pPr>
            <a:lvl8pPr marL="4053947" indent="0">
              <a:buNone/>
              <a:defRPr sz="2027" b="1"/>
            </a:lvl8pPr>
            <a:lvl9pPr marL="4633082" indent="0">
              <a:buNone/>
              <a:defRPr sz="20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459" y="3173095"/>
            <a:ext cx="7864282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10998" y="2129473"/>
            <a:ext cx="7903012" cy="1043622"/>
          </a:xfrm>
        </p:spPr>
        <p:txBody>
          <a:bodyPr anchor="b"/>
          <a:lstStyle>
            <a:lvl1pPr marL="0" indent="0">
              <a:buNone/>
              <a:defRPr sz="3040" b="1"/>
            </a:lvl1pPr>
            <a:lvl2pPr marL="579135" indent="0">
              <a:buNone/>
              <a:defRPr sz="2533" b="1"/>
            </a:lvl2pPr>
            <a:lvl3pPr marL="1158270" indent="0">
              <a:buNone/>
              <a:defRPr sz="2280" b="1"/>
            </a:lvl3pPr>
            <a:lvl4pPr marL="1737406" indent="0">
              <a:buNone/>
              <a:defRPr sz="2027" b="1"/>
            </a:lvl4pPr>
            <a:lvl5pPr marL="2316541" indent="0">
              <a:buNone/>
              <a:defRPr sz="2027" b="1"/>
            </a:lvl5pPr>
            <a:lvl6pPr marL="2895676" indent="0">
              <a:buNone/>
              <a:defRPr sz="2027" b="1"/>
            </a:lvl6pPr>
            <a:lvl7pPr marL="3474811" indent="0">
              <a:buNone/>
              <a:defRPr sz="2027" b="1"/>
            </a:lvl7pPr>
            <a:lvl8pPr marL="4053947" indent="0">
              <a:buNone/>
              <a:defRPr sz="2027" b="1"/>
            </a:lvl8pPr>
            <a:lvl9pPr marL="4633082" indent="0">
              <a:buNone/>
              <a:defRPr sz="20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10998" y="3173095"/>
            <a:ext cx="7903012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2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5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2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459" y="579120"/>
            <a:ext cx="5995637" cy="2026920"/>
          </a:xfrm>
        </p:spPr>
        <p:txBody>
          <a:bodyPr anchor="b"/>
          <a:lstStyle>
            <a:lvl1pPr>
              <a:defRPr sz="40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3012" y="1250739"/>
            <a:ext cx="9410998" cy="6173258"/>
          </a:xfrm>
        </p:spPr>
        <p:txBody>
          <a:bodyPr/>
          <a:lstStyle>
            <a:lvl1pPr>
              <a:defRPr sz="4053"/>
            </a:lvl1pPr>
            <a:lvl2pPr>
              <a:defRPr sz="3547"/>
            </a:lvl2pPr>
            <a:lvl3pPr>
              <a:defRPr sz="3040"/>
            </a:lvl3pPr>
            <a:lvl4pPr>
              <a:defRPr sz="2533"/>
            </a:lvl4pPr>
            <a:lvl5pPr>
              <a:defRPr sz="2533"/>
            </a:lvl5pPr>
            <a:lvl6pPr>
              <a:defRPr sz="2533"/>
            </a:lvl6pPr>
            <a:lvl7pPr>
              <a:defRPr sz="2533"/>
            </a:lvl7pPr>
            <a:lvl8pPr>
              <a:defRPr sz="2533"/>
            </a:lvl8pPr>
            <a:lvl9pPr>
              <a:defRPr sz="2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459" y="2606040"/>
            <a:ext cx="5995637" cy="4828011"/>
          </a:xfrm>
        </p:spPr>
        <p:txBody>
          <a:bodyPr/>
          <a:lstStyle>
            <a:lvl1pPr marL="0" indent="0">
              <a:buNone/>
              <a:defRPr sz="2027"/>
            </a:lvl1pPr>
            <a:lvl2pPr marL="579135" indent="0">
              <a:buNone/>
              <a:defRPr sz="1773"/>
            </a:lvl2pPr>
            <a:lvl3pPr marL="1158270" indent="0">
              <a:buNone/>
              <a:defRPr sz="1520"/>
            </a:lvl3pPr>
            <a:lvl4pPr marL="1737406" indent="0">
              <a:buNone/>
              <a:defRPr sz="1267"/>
            </a:lvl4pPr>
            <a:lvl5pPr marL="2316541" indent="0">
              <a:buNone/>
              <a:defRPr sz="1267"/>
            </a:lvl5pPr>
            <a:lvl6pPr marL="2895676" indent="0">
              <a:buNone/>
              <a:defRPr sz="1267"/>
            </a:lvl6pPr>
            <a:lvl7pPr marL="3474811" indent="0">
              <a:buNone/>
              <a:defRPr sz="1267"/>
            </a:lvl7pPr>
            <a:lvl8pPr marL="4053947" indent="0">
              <a:buNone/>
              <a:defRPr sz="1267"/>
            </a:lvl8pPr>
            <a:lvl9pPr marL="4633082" indent="0">
              <a:buNone/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3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459" y="579120"/>
            <a:ext cx="5995637" cy="2026920"/>
          </a:xfrm>
        </p:spPr>
        <p:txBody>
          <a:bodyPr anchor="b"/>
          <a:lstStyle>
            <a:lvl1pPr>
              <a:defRPr sz="40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03012" y="1250739"/>
            <a:ext cx="9410998" cy="6173258"/>
          </a:xfrm>
        </p:spPr>
        <p:txBody>
          <a:bodyPr anchor="t"/>
          <a:lstStyle>
            <a:lvl1pPr marL="0" indent="0">
              <a:buNone/>
              <a:defRPr sz="4053"/>
            </a:lvl1pPr>
            <a:lvl2pPr marL="579135" indent="0">
              <a:buNone/>
              <a:defRPr sz="3547"/>
            </a:lvl2pPr>
            <a:lvl3pPr marL="1158270" indent="0">
              <a:buNone/>
              <a:defRPr sz="3040"/>
            </a:lvl3pPr>
            <a:lvl4pPr marL="1737406" indent="0">
              <a:buNone/>
              <a:defRPr sz="2533"/>
            </a:lvl4pPr>
            <a:lvl5pPr marL="2316541" indent="0">
              <a:buNone/>
              <a:defRPr sz="2533"/>
            </a:lvl5pPr>
            <a:lvl6pPr marL="2895676" indent="0">
              <a:buNone/>
              <a:defRPr sz="2533"/>
            </a:lvl6pPr>
            <a:lvl7pPr marL="3474811" indent="0">
              <a:buNone/>
              <a:defRPr sz="2533"/>
            </a:lvl7pPr>
            <a:lvl8pPr marL="4053947" indent="0">
              <a:buNone/>
              <a:defRPr sz="2533"/>
            </a:lvl8pPr>
            <a:lvl9pPr marL="4633082" indent="0">
              <a:buNone/>
              <a:defRPr sz="2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459" y="2606040"/>
            <a:ext cx="5995637" cy="4828011"/>
          </a:xfrm>
        </p:spPr>
        <p:txBody>
          <a:bodyPr/>
          <a:lstStyle>
            <a:lvl1pPr marL="0" indent="0">
              <a:buNone/>
              <a:defRPr sz="2027"/>
            </a:lvl1pPr>
            <a:lvl2pPr marL="579135" indent="0">
              <a:buNone/>
              <a:defRPr sz="1773"/>
            </a:lvl2pPr>
            <a:lvl3pPr marL="1158270" indent="0">
              <a:buNone/>
              <a:defRPr sz="1520"/>
            </a:lvl3pPr>
            <a:lvl4pPr marL="1737406" indent="0">
              <a:buNone/>
              <a:defRPr sz="1267"/>
            </a:lvl4pPr>
            <a:lvl5pPr marL="2316541" indent="0">
              <a:buNone/>
              <a:defRPr sz="1267"/>
            </a:lvl5pPr>
            <a:lvl6pPr marL="2895676" indent="0">
              <a:buNone/>
              <a:defRPr sz="1267"/>
            </a:lvl6pPr>
            <a:lvl7pPr marL="3474811" indent="0">
              <a:buNone/>
              <a:defRPr sz="1267"/>
            </a:lvl7pPr>
            <a:lvl8pPr marL="4053947" indent="0">
              <a:buNone/>
              <a:defRPr sz="1267"/>
            </a:lvl8pPr>
            <a:lvl9pPr marL="4633082" indent="0">
              <a:buNone/>
              <a:defRPr sz="1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4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03200" y="462492"/>
            <a:ext cx="4008388" cy="7361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8037" y="462492"/>
            <a:ext cx="11792793" cy="73616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8037" y="462493"/>
            <a:ext cx="16033552" cy="1679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037" y="2312458"/>
            <a:ext cx="16033552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037" y="8051377"/>
            <a:ext cx="4182666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7814" y="8051377"/>
            <a:ext cx="6273998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28922" y="8051377"/>
            <a:ext cx="4182666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6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1158270" rtl="0" eaLnBrk="1" latinLnBrk="0" hangingPunct="1">
        <a:lnSpc>
          <a:spcPct val="90000"/>
        </a:lnSpc>
        <a:spcBef>
          <a:spcPct val="0"/>
        </a:spcBef>
        <a:buNone/>
        <a:defRPr sz="55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9568" indent="-289568" algn="l" defTabSz="1158270" rtl="0" eaLnBrk="1" latinLnBrk="0" hangingPunct="1">
        <a:lnSpc>
          <a:spcPct val="90000"/>
        </a:lnSpc>
        <a:spcBef>
          <a:spcPts val="1267"/>
        </a:spcBef>
        <a:buFont typeface="Arial" panose="020B0604020202020204" pitchFamily="34" charset="0"/>
        <a:buChar char="•"/>
        <a:defRPr sz="3547" kern="1200">
          <a:solidFill>
            <a:schemeClr val="tx1"/>
          </a:solidFill>
          <a:latin typeface="+mn-lt"/>
          <a:ea typeface="+mn-ea"/>
          <a:cs typeface="+mn-cs"/>
        </a:defRPr>
      </a:lvl1pPr>
      <a:lvl2pPr marL="868703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3040" kern="1200">
          <a:solidFill>
            <a:schemeClr val="tx1"/>
          </a:solidFill>
          <a:latin typeface="+mn-lt"/>
          <a:ea typeface="+mn-ea"/>
          <a:cs typeface="+mn-cs"/>
        </a:defRPr>
      </a:lvl2pPr>
      <a:lvl3pPr marL="1447838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3pPr>
      <a:lvl4pPr marL="2026973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4pPr>
      <a:lvl5pPr marL="2606109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5pPr>
      <a:lvl6pPr marL="3185244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6pPr>
      <a:lvl7pPr marL="3764379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7pPr>
      <a:lvl8pPr marL="4343514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8pPr>
      <a:lvl9pPr marL="4922650" indent="-289568" algn="l" defTabSz="1158270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1pPr>
      <a:lvl2pPr marL="579135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2pPr>
      <a:lvl3pPr marL="1158270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3pPr>
      <a:lvl4pPr marL="1737406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4pPr>
      <a:lvl5pPr marL="2316541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5pPr>
      <a:lvl6pPr marL="2895676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6pPr>
      <a:lvl7pPr marL="3474811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7pPr>
      <a:lvl8pPr marL="4053947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8pPr>
      <a:lvl9pPr marL="4633082" algn="l" defTabSz="1158270" rtl="0" eaLnBrk="1" latinLnBrk="0" hangingPunct="1">
        <a:defRPr sz="2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E643-9855-A5CE-16C9-4A73A0BAD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3BD2BFB-B622-FE46-7E57-82CD14833BE9}"/>
              </a:ext>
            </a:extLst>
          </p:cNvPr>
          <p:cNvSpPr/>
          <p:nvPr/>
        </p:nvSpPr>
        <p:spPr>
          <a:xfrm>
            <a:off x="283800" y="6120693"/>
            <a:ext cx="1898094" cy="1018862"/>
          </a:xfrm>
          <a:prstGeom prst="roundRect">
            <a:avLst>
              <a:gd name="adj" fmla="val 1081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E74611-D2C0-4CF0-42BF-0A069546C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15" y="1137741"/>
            <a:ext cx="3271429" cy="1840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85A86-FA26-CE96-06BC-05EB78758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3" y="2976526"/>
            <a:ext cx="3273168" cy="18401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338E4C-C96E-DB41-1254-E0AE95F65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1" t="2685" r="27553" b="49569"/>
          <a:stretch>
            <a:fillRect/>
          </a:stretch>
        </p:blipFill>
        <p:spPr>
          <a:xfrm>
            <a:off x="4544230" y="1199346"/>
            <a:ext cx="6422318" cy="3666568"/>
          </a:xfrm>
          <a:prstGeom prst="rect">
            <a:avLst/>
          </a:prstGeom>
        </p:spPr>
      </p:pic>
      <p:pic>
        <p:nvPicPr>
          <p:cNvPr id="6" name="Picture 5" descr="A white lamp on a black background&#10;&#10;AI-generated content may be incorrect.">
            <a:extLst>
              <a:ext uri="{FF2B5EF4-FFF2-40B4-BE49-F238E27FC236}">
                <a16:creationId xmlns:a16="http://schemas.microsoft.com/office/drawing/2014/main" id="{CC966CC4-6377-D888-3C43-73C8C18FD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790" y="6589118"/>
            <a:ext cx="586105" cy="824873"/>
          </a:xfrm>
          <a:prstGeom prst="rect">
            <a:avLst/>
          </a:prstGeom>
        </p:spPr>
      </p:pic>
      <p:pic>
        <p:nvPicPr>
          <p:cNvPr id="7" name="Picture 6" descr="A white box with green and white text&#10;&#10;AI-generated content may be incorrect.">
            <a:extLst>
              <a:ext uri="{FF2B5EF4-FFF2-40B4-BE49-F238E27FC236}">
                <a16:creationId xmlns:a16="http://schemas.microsoft.com/office/drawing/2014/main" id="{A708ABAF-745B-0AD6-1298-29CC47BB3A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716" y="6694335"/>
            <a:ext cx="1161947" cy="824874"/>
          </a:xfrm>
          <a:prstGeom prst="rect">
            <a:avLst/>
          </a:prstGeom>
        </p:spPr>
      </p:pic>
      <p:pic>
        <p:nvPicPr>
          <p:cNvPr id="8" name="Picture 7" descr="A grey square container with a black background&#10;&#10;AI-generated content may be incorrect.">
            <a:extLst>
              <a:ext uri="{FF2B5EF4-FFF2-40B4-BE49-F238E27FC236}">
                <a16:creationId xmlns:a16="http://schemas.microsoft.com/office/drawing/2014/main" id="{70CF4FF9-2CCF-1A9A-36FA-D4F16B7677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405" y="5668443"/>
            <a:ext cx="1203474" cy="851076"/>
          </a:xfrm>
          <a:prstGeom prst="rect">
            <a:avLst/>
          </a:prstGeom>
        </p:spPr>
      </p:pic>
      <p:pic>
        <p:nvPicPr>
          <p:cNvPr id="9" name="Picture 8" descr="A brown table with legs&#10;&#10;AI-generated content may be incorrect.">
            <a:extLst>
              <a:ext uri="{FF2B5EF4-FFF2-40B4-BE49-F238E27FC236}">
                <a16:creationId xmlns:a16="http://schemas.microsoft.com/office/drawing/2014/main" id="{E05BA06B-36FE-4E41-A055-7058D7EC71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4023" y="5706499"/>
            <a:ext cx="1419473" cy="905169"/>
          </a:xfrm>
          <a:prstGeom prst="rect">
            <a:avLst/>
          </a:prstGeom>
        </p:spPr>
      </p:pic>
      <p:pic>
        <p:nvPicPr>
          <p:cNvPr id="10" name="Picture 9" descr="A white nightstand with two drawers&#10;&#10;AI-generated content may be incorrect.">
            <a:extLst>
              <a:ext uri="{FF2B5EF4-FFF2-40B4-BE49-F238E27FC236}">
                <a16:creationId xmlns:a16="http://schemas.microsoft.com/office/drawing/2014/main" id="{27AF77E3-2E3F-6321-AE78-436F943025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9882" y="5721537"/>
            <a:ext cx="952032" cy="824873"/>
          </a:xfrm>
          <a:prstGeom prst="rect">
            <a:avLst/>
          </a:prstGeom>
        </p:spPr>
      </p:pic>
      <p:pic>
        <p:nvPicPr>
          <p:cNvPr id="11" name="Picture 10" descr="A clock with a black background&#10;&#10;AI-generated content may be incorrect.">
            <a:extLst>
              <a:ext uri="{FF2B5EF4-FFF2-40B4-BE49-F238E27FC236}">
                <a16:creationId xmlns:a16="http://schemas.microsoft.com/office/drawing/2014/main" id="{9495A92A-C581-946A-A5CC-6B96581BA0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6959" y="6631870"/>
            <a:ext cx="882126" cy="824873"/>
          </a:xfrm>
          <a:prstGeom prst="rect">
            <a:avLst/>
          </a:prstGeom>
        </p:spPr>
      </p:pic>
      <p:pic>
        <p:nvPicPr>
          <p:cNvPr id="12" name="Picture 11" descr="A red mug with a handle&#10;&#10;AI-generated content may be incorrect.">
            <a:extLst>
              <a:ext uri="{FF2B5EF4-FFF2-40B4-BE49-F238E27FC236}">
                <a16:creationId xmlns:a16="http://schemas.microsoft.com/office/drawing/2014/main" id="{05849549-2D3C-6045-CDD1-B0C4E50084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0436" y="5601575"/>
            <a:ext cx="749724" cy="824874"/>
          </a:xfrm>
          <a:prstGeom prst="rect">
            <a:avLst/>
          </a:prstGeom>
        </p:spPr>
      </p:pic>
      <p:pic>
        <p:nvPicPr>
          <p:cNvPr id="13" name="Picture 12" descr="A black cylinder with a black background&#10;&#10;AI-generated content may be incorrect.">
            <a:extLst>
              <a:ext uri="{FF2B5EF4-FFF2-40B4-BE49-F238E27FC236}">
                <a16:creationId xmlns:a16="http://schemas.microsoft.com/office/drawing/2014/main" id="{8DF41AC7-9DF7-A04C-C238-CB61AABC3B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1600" y="6667920"/>
            <a:ext cx="540138" cy="82487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72027C-CAE2-2643-B781-0D87979A1F42}"/>
              </a:ext>
            </a:extLst>
          </p:cNvPr>
          <p:cNvCxnSpPr>
            <a:cxnSpLocks/>
          </p:cNvCxnSpPr>
          <p:nvPr/>
        </p:nvCxnSpPr>
        <p:spPr>
          <a:xfrm>
            <a:off x="2239527" y="6674014"/>
            <a:ext cx="1327822" cy="33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957AB1-8BC3-BF14-1BF0-034EE2A23324}"/>
              </a:ext>
            </a:extLst>
          </p:cNvPr>
          <p:cNvSpPr txBox="1"/>
          <p:nvPr/>
        </p:nvSpPr>
        <p:spPr>
          <a:xfrm>
            <a:off x="589285" y="6385503"/>
            <a:ext cx="18527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dirty="0">
                <a:ln/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"/>
                <a:rtl val="0"/>
              </a:rPr>
              <a:t>SAM3D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78818B-F87F-13F2-14FC-E999DEB0BA63}"/>
              </a:ext>
            </a:extLst>
          </p:cNvPr>
          <p:cNvCxnSpPr>
            <a:cxnSpLocks/>
          </p:cNvCxnSpPr>
          <p:nvPr/>
        </p:nvCxnSpPr>
        <p:spPr>
          <a:xfrm>
            <a:off x="3530246" y="3091482"/>
            <a:ext cx="97401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163AC97-B482-C9AF-0DAD-D0F7AD15BA0A}"/>
              </a:ext>
            </a:extLst>
          </p:cNvPr>
          <p:cNvSpPr txBox="1"/>
          <p:nvPr/>
        </p:nvSpPr>
        <p:spPr>
          <a:xfrm>
            <a:off x="2504159" y="6177608"/>
            <a:ext cx="10631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89202-333D-48FF-902E-24BDDBCB2CBD}"/>
              </a:ext>
            </a:extLst>
          </p:cNvPr>
          <p:cNvSpPr txBox="1"/>
          <p:nvPr/>
        </p:nvSpPr>
        <p:spPr>
          <a:xfrm>
            <a:off x="3580933" y="2729563"/>
            <a:ext cx="127686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Zoom-in</a:t>
            </a:r>
          </a:p>
        </p:txBody>
      </p:sp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B503B24-A2CE-170A-3770-312A68F0F1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65023" y="1156357"/>
            <a:ext cx="5000732" cy="346204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4A9E28-D052-F108-0A9A-7ADC7FB4DB7A}"/>
              </a:ext>
            </a:extLst>
          </p:cNvPr>
          <p:cNvSpPr txBox="1"/>
          <p:nvPr/>
        </p:nvSpPr>
        <p:spPr>
          <a:xfrm>
            <a:off x="10493813" y="6177608"/>
            <a:ext cx="21875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1C801C4-5197-37A8-EA94-EE3AA23E2C7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8465" y="5128992"/>
            <a:ext cx="5657290" cy="2964824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7035410-9AC2-3478-60A8-4904E51A20AD}"/>
              </a:ext>
            </a:extLst>
          </p:cNvPr>
          <p:cNvSpPr/>
          <p:nvPr/>
        </p:nvSpPr>
        <p:spPr>
          <a:xfrm>
            <a:off x="11449862" y="2402151"/>
            <a:ext cx="1231857" cy="945166"/>
          </a:xfrm>
          <a:prstGeom prst="roundRect">
            <a:avLst>
              <a:gd name="adj" fmla="val 1081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77B848-0202-A780-3776-EF08A1A11C66}"/>
              </a:ext>
            </a:extLst>
          </p:cNvPr>
          <p:cNvSpPr txBox="1"/>
          <p:nvPr/>
        </p:nvSpPr>
        <p:spPr>
          <a:xfrm>
            <a:off x="11644124" y="2665229"/>
            <a:ext cx="92637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dirty="0">
                <a:ln/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"/>
                <a:rtl val="0"/>
              </a:rPr>
              <a:t>VLM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F2580F2-DE9A-8B7E-D3CB-154F19D67BBE}"/>
              </a:ext>
            </a:extLst>
          </p:cNvPr>
          <p:cNvSpPr/>
          <p:nvPr/>
        </p:nvSpPr>
        <p:spPr>
          <a:xfrm>
            <a:off x="8259407" y="6091956"/>
            <a:ext cx="2526751" cy="1076347"/>
          </a:xfrm>
          <a:prstGeom prst="roundRect">
            <a:avLst>
              <a:gd name="adj" fmla="val 1081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A94147-733F-3E13-612F-CA871AE2BF81}"/>
              </a:ext>
            </a:extLst>
          </p:cNvPr>
          <p:cNvSpPr txBox="1"/>
          <p:nvPr/>
        </p:nvSpPr>
        <p:spPr>
          <a:xfrm>
            <a:off x="8329581" y="6385503"/>
            <a:ext cx="25520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500" dirty="0">
                <a:ln/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"/>
                <a:rtl val="0"/>
              </a:rPr>
              <a:t>OpenReal2Sim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DC23041-59C5-9899-8914-089983093839}"/>
              </a:ext>
            </a:extLst>
          </p:cNvPr>
          <p:cNvCxnSpPr>
            <a:cxnSpLocks/>
          </p:cNvCxnSpPr>
          <p:nvPr/>
        </p:nvCxnSpPr>
        <p:spPr>
          <a:xfrm>
            <a:off x="7385746" y="6634414"/>
            <a:ext cx="789273" cy="123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A96BD6-BAB6-A21C-E213-42B24EBB5F92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881661" y="6624030"/>
            <a:ext cx="1531296" cy="2277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B6C283E-6FE0-CC5D-9E49-6299C3A4CC12}"/>
              </a:ext>
            </a:extLst>
          </p:cNvPr>
          <p:cNvSpPr txBox="1"/>
          <p:nvPr/>
        </p:nvSpPr>
        <p:spPr>
          <a:xfrm>
            <a:off x="8346080" y="1202894"/>
            <a:ext cx="262046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Editing Zoom-In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BF4FC7-6747-6610-33AD-60DADCA28A26}"/>
              </a:ext>
            </a:extLst>
          </p:cNvPr>
          <p:cNvSpPr txBox="1"/>
          <p:nvPr/>
        </p:nvSpPr>
        <p:spPr>
          <a:xfrm>
            <a:off x="2739936" y="1139200"/>
            <a:ext cx="82963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Before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A38CCB-85B4-8970-3388-9A75C92548FC}"/>
              </a:ext>
            </a:extLst>
          </p:cNvPr>
          <p:cNvSpPr txBox="1"/>
          <p:nvPr/>
        </p:nvSpPr>
        <p:spPr>
          <a:xfrm>
            <a:off x="2424409" y="6749942"/>
            <a:ext cx="106319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3DGS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BBB570-86C2-F8BE-7BBD-EC2DC70AB887}"/>
              </a:ext>
            </a:extLst>
          </p:cNvPr>
          <p:cNvSpPr txBox="1"/>
          <p:nvPr/>
        </p:nvSpPr>
        <p:spPr>
          <a:xfrm>
            <a:off x="10704968" y="6749942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Estimation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DF3EEB-1327-9881-BEFC-247EC81232F9}"/>
              </a:ext>
            </a:extLst>
          </p:cNvPr>
          <p:cNvCxnSpPr>
            <a:cxnSpLocks/>
          </p:cNvCxnSpPr>
          <p:nvPr/>
        </p:nvCxnSpPr>
        <p:spPr>
          <a:xfrm>
            <a:off x="11015326" y="2886452"/>
            <a:ext cx="385763" cy="123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6439611-6EA7-5ACD-2F21-A90D58FF5F9C}"/>
              </a:ext>
            </a:extLst>
          </p:cNvPr>
          <p:cNvSpPr txBox="1"/>
          <p:nvPr/>
        </p:nvSpPr>
        <p:spPr>
          <a:xfrm>
            <a:off x="2691162" y="2977985"/>
            <a:ext cx="82963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E4BA15C-C2BD-32CA-36E0-350E81B62C13}"/>
              </a:ext>
            </a:extLst>
          </p:cNvPr>
          <p:cNvCxnSpPr>
            <a:cxnSpLocks/>
          </p:cNvCxnSpPr>
          <p:nvPr/>
        </p:nvCxnSpPr>
        <p:spPr>
          <a:xfrm>
            <a:off x="12730492" y="2862346"/>
            <a:ext cx="385763" cy="123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D397E0A-D202-6677-0D96-EE9067A42260}"/>
              </a:ext>
            </a:extLst>
          </p:cNvPr>
          <p:cNvSpPr txBox="1"/>
          <p:nvPr/>
        </p:nvSpPr>
        <p:spPr>
          <a:xfrm>
            <a:off x="16792504" y="5128992"/>
            <a:ext cx="137293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3D Assets</a:t>
            </a:r>
          </a:p>
        </p:txBody>
      </p:sp>
    </p:spTree>
    <p:extLst>
      <p:ext uri="{BB962C8B-B14F-4D97-AF65-F5344CB8AC3E}">
        <p14:creationId xmlns:p14="http://schemas.microsoft.com/office/powerpoint/2010/main" val="69341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9" grpId="0"/>
      <p:bldP spid="34" grpId="0"/>
      <p:bldP spid="23" grpId="0"/>
      <p:bldP spid="30" grpId="0"/>
      <p:bldP spid="33" grpId="0"/>
      <p:bldP spid="41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553</TotalTime>
  <Words>16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Junying Wang</cp:lastModifiedBy>
  <cp:revision>19</cp:revision>
  <dcterms:created xsi:type="dcterms:W3CDTF">2026-04-28T05:53:38Z</dcterms:created>
  <dcterms:modified xsi:type="dcterms:W3CDTF">2026-06-20T22:43:51Z</dcterms:modified>
</cp:coreProperties>
</file>