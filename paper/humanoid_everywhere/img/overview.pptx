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82" r:id="rId2"/>
  </p:sldIdLst>
  <p:sldSz cx="121920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6"/>
    <p:restoredTop sz="93219"/>
  </p:normalViewPr>
  <p:slideViewPr>
    <p:cSldViewPr snapToGrid="0">
      <p:cViewPr varScale="1">
        <p:scale>
          <a:sx n="132" d="100"/>
          <a:sy n="132" d="100"/>
        </p:scale>
        <p:origin x="17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AEF93-635E-F44C-809D-B8964508E87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5113" y="1143000"/>
            <a:ext cx="6327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EF2E5-CD21-D147-BFB3-ACA86EB3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73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5113" y="1143000"/>
            <a:ext cx="63277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EF2E5-CD21-D147-BFB3-ACA86EB399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2715"/>
            <a:ext cx="914400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21766"/>
            <a:ext cx="91440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4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61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81773"/>
            <a:ext cx="1051560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77535"/>
            <a:ext cx="1051560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54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82208"/>
            <a:ext cx="51816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82208"/>
            <a:ext cx="51816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133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16442"/>
            <a:ext cx="1051560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57008"/>
            <a:ext cx="5157787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71065"/>
            <a:ext cx="5157787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57008"/>
            <a:ext cx="5183188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71065"/>
            <a:ext cx="5183188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3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18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240"/>
            <a:ext cx="3932237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55769"/>
            <a:ext cx="6172200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3080"/>
            <a:ext cx="3932237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9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240"/>
            <a:ext cx="3932237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55769"/>
            <a:ext cx="6172200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3080"/>
            <a:ext cx="3932237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64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95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16442"/>
            <a:ext cx="2628900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16442"/>
            <a:ext cx="7734300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9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16442"/>
            <a:ext cx="1051560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82208"/>
            <a:ext cx="1051560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508837"/>
            <a:ext cx="27432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508837"/>
            <a:ext cx="41148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508837"/>
            <a:ext cx="27432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04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DB130-6866-DB2A-A57F-C2E381917C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34" b="8233"/>
          <a:stretch>
            <a:fillRect/>
          </a:stretch>
        </p:blipFill>
        <p:spPr>
          <a:xfrm>
            <a:off x="165980" y="128773"/>
            <a:ext cx="11722331" cy="56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58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465</TotalTime>
  <Words>1</Words>
  <Application>Microsoft Macintosh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Junying Wang</cp:lastModifiedBy>
  <cp:revision>6</cp:revision>
  <dcterms:created xsi:type="dcterms:W3CDTF">2026-04-28T05:53:38Z</dcterms:created>
  <dcterms:modified xsi:type="dcterms:W3CDTF">2026-05-12T22:01:46Z</dcterms:modified>
</cp:coreProperties>
</file>